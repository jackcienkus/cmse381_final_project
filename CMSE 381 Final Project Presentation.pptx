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9" r:id="rId4"/>
    <p:sldMasterId id="214748369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5143500" cx="9144000"/>
  <p:notesSz cx="6858000" cy="9144000"/>
  <p:embeddedFontLst>
    <p:embeddedFont>
      <p:font typeface="DM Sans Medium"/>
      <p:regular r:id="rId23"/>
      <p:bold r:id="rId24"/>
      <p:italic r:id="rId25"/>
      <p:boldItalic r:id="rId26"/>
    </p:embeddedFont>
    <p:embeddedFont>
      <p:font typeface="Merriweather"/>
      <p:regular r:id="rId27"/>
      <p:bold r:id="rId28"/>
      <p:italic r:id="rId29"/>
      <p:boldItalic r:id="rId30"/>
    </p:embeddedFont>
    <p:embeddedFont>
      <p:font typeface="DM Sans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DMSansMedium-bold.fntdata"/><Relationship Id="rId23" Type="http://schemas.openxmlformats.org/officeDocument/2006/relationships/font" Target="fonts/DMSansMedium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DMSansMedium-boldItalic.fntdata"/><Relationship Id="rId25" Type="http://schemas.openxmlformats.org/officeDocument/2006/relationships/font" Target="fonts/DMSansMedium-italic.fntdata"/><Relationship Id="rId28" Type="http://schemas.openxmlformats.org/officeDocument/2006/relationships/font" Target="fonts/Merriweather-bold.fntdata"/><Relationship Id="rId27" Type="http://schemas.openxmlformats.org/officeDocument/2006/relationships/font" Target="fonts/Merriweather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Merriweather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DMSans-regular.fntdata"/><Relationship Id="rId30" Type="http://schemas.openxmlformats.org/officeDocument/2006/relationships/font" Target="fonts/Merriweather-boldItalic.fntdata"/><Relationship Id="rId11" Type="http://schemas.openxmlformats.org/officeDocument/2006/relationships/slide" Target="slides/slide5.xml"/><Relationship Id="rId33" Type="http://schemas.openxmlformats.org/officeDocument/2006/relationships/font" Target="fonts/DMSans-italic.fntdata"/><Relationship Id="rId10" Type="http://schemas.openxmlformats.org/officeDocument/2006/relationships/slide" Target="slides/slide4.xml"/><Relationship Id="rId32" Type="http://schemas.openxmlformats.org/officeDocument/2006/relationships/font" Target="fonts/DMSans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schemas.openxmlformats.org/officeDocument/2006/relationships/font" Target="fonts/DMSans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d4d2cba2e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d4d2cba2e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d4d2cba2ee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d4d2cba2ee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4d2cba2ee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d4d2cba2ee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d4d2cba2e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d4d2cba2e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d4d2cba2ee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d4d2cba2ee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d4d2cba2ee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d4d2cba2ee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d4d2cba2e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d4d2cba2e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d4d2cba2ee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3d4d2cba2ee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d4d2cba2ee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d4d2cba2ee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d4d2cba2ee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3d4d2cba2ee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d4d2cba2ee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d4d2cba2ee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d4d2cba2ee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3d4d2cba2ee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d4d2cba2ee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d4d2cba2ee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d4d2cba2ee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3d4d2cba2ee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d4d2cba2ee_0_2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3d4d2cba2ee_0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d4d2cba2ee_0_2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d4d2cba2ee_0_2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4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HEADER_1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_AND_BODY_1_1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_AND_TWO_COLUMNS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_ONLY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_1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_1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CUSTOM_7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5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99" name="Google Shape;99;p25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0" name="Google Shape;100;p25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1" name="Google Shape;101;p25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2" name="Google Shape;102;p25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3" name="Google Shape;103;p25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CUSTOM_8_1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06" name="Google Shape;106;p26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07" name="Google Shape;107;p26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CUSTOM_1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" name="Google Shape;111;p27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13" name="Google Shape;113;p27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14" name="Google Shape;114;p27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15" name="Google Shape;115;p27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CUSTOM_2_2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" name="Google Shape;118;p28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19" name="Google Shape;119;p28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20" name="Google Shape;120;p28"/>
          <p:cNvSpPr txBox="1"/>
          <p:nvPr>
            <p:ph idx="3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21" name="Google Shape;121;p28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22" name="Google Shape;122;p28"/>
          <p:cNvSpPr txBox="1"/>
          <p:nvPr>
            <p:ph idx="4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3" name="Google Shape;123;p28"/>
          <p:cNvSpPr txBox="1"/>
          <p:nvPr>
            <p:ph idx="5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4" name="Google Shape;124;p28"/>
          <p:cNvSpPr txBox="1"/>
          <p:nvPr>
            <p:ph idx="6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CUSTOM_3_1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" name="Google Shape;127;p29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28" name="Google Shape;128;p29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29" name="Google Shape;129;p29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0" name="Google Shape;130;p29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1" name="Google Shape;131;p29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32" name="Google Shape;132;p29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3" name="Google Shape;133;p29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4" name="Google Shape;134;p29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5" name="Google Shape;135;p29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_ONLY_1_1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38" name="Google Shape;138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9" name="Google Shape;139;p30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4_1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1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2" name="Google Shape;142;p31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31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31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5" name="Google Shape;145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6" name="Google Shape;14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47" name="Google Shape;147;p31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48" name="Google Shape;148;p31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4_1_1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2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1" name="Google Shape;151;p32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2" name="Google Shape;152;p32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32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4" name="Google Shape;154;p32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32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6" name="Google Shape;156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7" name="Google Shape;157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58" name="Google Shape;158;p32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59" name="Google Shape;159;p32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60" name="Google Shape;160;p32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5_1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3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6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34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7" name="Google Shape;167;p34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34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34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34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34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34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73" name="Google Shape;173;p34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4" name="Google Shape;174;p34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5" name="Google Shape;175;p34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 slide" type="title">
  <p:cSld name="TITLE">
    <p:bg>
      <p:bgPr>
        <a:solidFill>
          <a:schemeClr val="dk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5"/>
          <p:cNvSpPr txBox="1"/>
          <p:nvPr>
            <p:ph idx="1" type="body"/>
          </p:nvPr>
        </p:nvSpPr>
        <p:spPr>
          <a:xfrm>
            <a:off x="196951" y="4737750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5"/>
          <p:cNvSpPr txBox="1"/>
          <p:nvPr>
            <p:ph type="ctrTitle"/>
          </p:nvPr>
        </p:nvSpPr>
        <p:spPr>
          <a:xfrm>
            <a:off x="196950" y="223825"/>
            <a:ext cx="8011800" cy="18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50"/>
              <a:buNone/>
              <a:defRPr sz="675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9" name="Google Shape;179;p35"/>
          <p:cNvSpPr txBox="1"/>
          <p:nvPr>
            <p:ph idx="2" type="subTitle"/>
          </p:nvPr>
        </p:nvSpPr>
        <p:spPr>
          <a:xfrm>
            <a:off x="196950" y="2171250"/>
            <a:ext cx="3986700" cy="5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50"/>
              <a:buFont typeface="DM Sans Medium"/>
              <a:buNone/>
              <a:defRPr sz="1850">
                <a:solidFill>
                  <a:schemeClr val="l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0" name="Google Shape;180;p35"/>
          <p:cNvSpPr/>
          <p:nvPr>
            <p:ph idx="3" type="pic"/>
          </p:nvPr>
        </p:nvSpPr>
        <p:spPr>
          <a:xfrm>
            <a:off x="4437578" y="2171250"/>
            <a:ext cx="4509600" cy="2775600"/>
          </a:xfrm>
          <a:prstGeom prst="round2DiagRect">
            <a:avLst>
              <a:gd fmla="val 16667" name="adj1"/>
              <a:gd fmla="val 0" name="adj2"/>
            </a:avLst>
          </a:prstGeom>
          <a:noFill/>
          <a:ln>
            <a:noFill/>
          </a:ln>
        </p:spPr>
      </p:sp>
      <p:sp>
        <p:nvSpPr>
          <p:cNvPr id="181" name="Google Shape;181;p35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number" type="secHead">
  <p:cSld name="SECTION_HEADER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6"/>
          <p:cNvSpPr txBox="1"/>
          <p:nvPr>
            <p:ph type="title"/>
          </p:nvPr>
        </p:nvSpPr>
        <p:spPr>
          <a:xfrm>
            <a:off x="511953" y="5885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4" name="Google Shape;184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5" name="Google Shape;185;p36"/>
          <p:cNvSpPr txBox="1"/>
          <p:nvPr>
            <p:ph idx="2" type="title"/>
          </p:nvPr>
        </p:nvSpPr>
        <p:spPr>
          <a:xfrm>
            <a:off x="511953" y="14303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6" name="Google Shape;186;p36"/>
          <p:cNvSpPr txBox="1"/>
          <p:nvPr>
            <p:ph idx="3" type="title"/>
          </p:nvPr>
        </p:nvSpPr>
        <p:spPr>
          <a:xfrm>
            <a:off x="511953" y="22721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7" name="Google Shape;187;p36"/>
          <p:cNvSpPr txBox="1"/>
          <p:nvPr>
            <p:ph idx="4" type="title"/>
          </p:nvPr>
        </p:nvSpPr>
        <p:spPr>
          <a:xfrm>
            <a:off x="511953" y="31139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8" name="Google Shape;188;p36"/>
          <p:cNvSpPr txBox="1"/>
          <p:nvPr>
            <p:ph idx="5" type="title"/>
          </p:nvPr>
        </p:nvSpPr>
        <p:spPr>
          <a:xfrm>
            <a:off x="511953" y="39557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9" name="Google Shape;189;p36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0" name="Google Shape;190;p36"/>
          <p:cNvSpPr txBox="1"/>
          <p:nvPr>
            <p:ph idx="6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1" type="tx">
  <p:cSld name="TITLE_AND_BODY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3" name="Google Shape;193;p37"/>
          <p:cNvSpPr txBox="1"/>
          <p:nvPr>
            <p:ph idx="1" type="subTitle"/>
          </p:nvPr>
        </p:nvSpPr>
        <p:spPr>
          <a:xfrm>
            <a:off x="975300" y="1864050"/>
            <a:ext cx="7193400" cy="141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194" name="Google Shape;194;p37"/>
          <p:cNvSpPr txBox="1"/>
          <p:nvPr>
            <p:ph idx="2" type="body"/>
          </p:nvPr>
        </p:nvSpPr>
        <p:spPr>
          <a:xfrm>
            <a:off x="196951" y="196725"/>
            <a:ext cx="18591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5" name="Google Shape;195;p37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2">
  <p:cSld name="TITLE_AND_BODY_1">
    <p:bg>
      <p:bgPr>
        <a:solidFill>
          <a:schemeClr val="dk1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8" name="Google Shape;198;p38"/>
          <p:cNvSpPr txBox="1"/>
          <p:nvPr>
            <p:ph idx="1" type="subTitle"/>
          </p:nvPr>
        </p:nvSpPr>
        <p:spPr>
          <a:xfrm>
            <a:off x="975300" y="1864050"/>
            <a:ext cx="7193400" cy="141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199" name="Google Shape;199;p38"/>
          <p:cNvSpPr txBox="1"/>
          <p:nvPr>
            <p:ph idx="2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0" name="Google Shape;200;p38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1" type="twoColTx">
  <p:cSld name="TITLE_AND_TWO_COLUMNS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9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203" name="Google Shape;203;p39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4" name="Google Shape;204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5" name="Google Shape;205;p39"/>
          <p:cNvSpPr/>
          <p:nvPr>
            <p:ph idx="2" type="pic"/>
          </p:nvPr>
        </p:nvSpPr>
        <p:spPr>
          <a:xfrm>
            <a:off x="3726325" y="669925"/>
            <a:ext cx="5220900" cy="4276800"/>
          </a:xfrm>
          <a:prstGeom prst="round2DiagRect">
            <a:avLst>
              <a:gd fmla="val 16667" name="adj1"/>
              <a:gd fmla="val 0" name="adj2"/>
            </a:avLst>
          </a:prstGeom>
          <a:noFill/>
          <a:ln>
            <a:noFill/>
          </a:ln>
        </p:spPr>
      </p:sp>
      <p:sp>
        <p:nvSpPr>
          <p:cNvPr id="206" name="Google Shape;206;p39"/>
          <p:cNvSpPr txBox="1"/>
          <p:nvPr>
            <p:ph idx="3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7" name="Google Shape;207;p39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2">
  <p:cSld name="TITLE_AND_TWO_COLUMNS_1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0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40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1" name="Google Shape;211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2" name="Google Shape;212;p40"/>
          <p:cNvSpPr/>
          <p:nvPr>
            <p:ph idx="2" type="pic"/>
          </p:nvPr>
        </p:nvSpPr>
        <p:spPr>
          <a:xfrm>
            <a:off x="3726325" y="669925"/>
            <a:ext cx="5220900" cy="4276800"/>
          </a:xfrm>
          <a:prstGeom prst="round2DiagRect">
            <a:avLst>
              <a:gd fmla="val 16667" name="adj1"/>
              <a:gd fmla="val 0" name="adj2"/>
            </a:avLst>
          </a:prstGeom>
          <a:noFill/>
          <a:ln>
            <a:noFill/>
          </a:ln>
        </p:spPr>
      </p:sp>
      <p:sp>
        <p:nvSpPr>
          <p:cNvPr id="213" name="Google Shape;213;p40"/>
          <p:cNvSpPr txBox="1"/>
          <p:nvPr>
            <p:ph idx="3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40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40"/>
          <p:cNvSpPr txBox="1"/>
          <p:nvPr>
            <p:ph idx="5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chart">
  <p:cSld name="SECTION_TITLE_AND_DESCRIPTION">
    <p:bg>
      <p:bgPr>
        <a:solidFill>
          <a:schemeClr val="lt2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1"/>
          <p:cNvSpPr/>
          <p:nvPr/>
        </p:nvSpPr>
        <p:spPr>
          <a:xfrm>
            <a:off x="4305000" y="-125"/>
            <a:ext cx="4839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18" name="Google Shape;218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9" name="Google Shape;219;p41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20" name="Google Shape;220;p41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1" name="Google Shape;221;p41"/>
          <p:cNvSpPr txBox="1"/>
          <p:nvPr>
            <p:ph idx="2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22" name="Google Shape;222;p41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ppendix">
  <p:cSld name="CAPTION_ONLY">
    <p:bg>
      <p:bgPr>
        <a:solidFill>
          <a:schemeClr val="lt2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5" name="Google Shape;225;p42"/>
          <p:cNvSpPr txBox="1"/>
          <p:nvPr>
            <p:ph idx="1" type="body"/>
          </p:nvPr>
        </p:nvSpPr>
        <p:spPr>
          <a:xfrm>
            <a:off x="203000" y="8914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26" name="Google Shape;226;p42"/>
          <p:cNvSpPr txBox="1"/>
          <p:nvPr>
            <p:ph idx="2" type="body"/>
          </p:nvPr>
        </p:nvSpPr>
        <p:spPr>
          <a:xfrm>
            <a:off x="203000" y="13204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27" name="Google Shape;227;p42"/>
          <p:cNvSpPr txBox="1"/>
          <p:nvPr>
            <p:ph idx="3" type="body"/>
          </p:nvPr>
        </p:nvSpPr>
        <p:spPr>
          <a:xfrm>
            <a:off x="203000" y="15886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28" name="Google Shape;228;p42"/>
          <p:cNvSpPr txBox="1"/>
          <p:nvPr>
            <p:ph idx="4" type="body"/>
          </p:nvPr>
        </p:nvSpPr>
        <p:spPr>
          <a:xfrm>
            <a:off x="203000" y="22065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29" name="Google Shape;229;p42"/>
          <p:cNvSpPr txBox="1"/>
          <p:nvPr>
            <p:ph idx="5" type="body"/>
          </p:nvPr>
        </p:nvSpPr>
        <p:spPr>
          <a:xfrm>
            <a:off x="203000" y="26355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0" name="Google Shape;230;p42"/>
          <p:cNvSpPr txBox="1"/>
          <p:nvPr>
            <p:ph idx="6" type="body"/>
          </p:nvPr>
        </p:nvSpPr>
        <p:spPr>
          <a:xfrm>
            <a:off x="203000" y="29037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1" name="Google Shape;231;p42"/>
          <p:cNvSpPr txBox="1"/>
          <p:nvPr>
            <p:ph idx="7" type="body"/>
          </p:nvPr>
        </p:nvSpPr>
        <p:spPr>
          <a:xfrm>
            <a:off x="203000" y="343340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2" name="Google Shape;232;p42"/>
          <p:cNvSpPr txBox="1"/>
          <p:nvPr>
            <p:ph idx="8" type="body"/>
          </p:nvPr>
        </p:nvSpPr>
        <p:spPr>
          <a:xfrm>
            <a:off x="203000" y="38624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3" name="Google Shape;233;p42"/>
          <p:cNvSpPr txBox="1"/>
          <p:nvPr>
            <p:ph idx="9" type="body"/>
          </p:nvPr>
        </p:nvSpPr>
        <p:spPr>
          <a:xfrm>
            <a:off x="203000" y="41306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4" name="Google Shape;234;p42"/>
          <p:cNvSpPr txBox="1"/>
          <p:nvPr>
            <p:ph idx="13" type="body"/>
          </p:nvPr>
        </p:nvSpPr>
        <p:spPr>
          <a:xfrm>
            <a:off x="3249600" y="8914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5" name="Google Shape;235;p42"/>
          <p:cNvSpPr txBox="1"/>
          <p:nvPr>
            <p:ph idx="14" type="body"/>
          </p:nvPr>
        </p:nvSpPr>
        <p:spPr>
          <a:xfrm>
            <a:off x="3249600" y="13204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6" name="Google Shape;236;p42"/>
          <p:cNvSpPr txBox="1"/>
          <p:nvPr>
            <p:ph idx="15" type="body"/>
          </p:nvPr>
        </p:nvSpPr>
        <p:spPr>
          <a:xfrm>
            <a:off x="3249600" y="15886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7" name="Google Shape;237;p42"/>
          <p:cNvSpPr txBox="1"/>
          <p:nvPr>
            <p:ph idx="16" type="body"/>
          </p:nvPr>
        </p:nvSpPr>
        <p:spPr>
          <a:xfrm>
            <a:off x="3249600" y="22065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8" name="Google Shape;238;p42"/>
          <p:cNvSpPr txBox="1"/>
          <p:nvPr>
            <p:ph idx="17" type="body"/>
          </p:nvPr>
        </p:nvSpPr>
        <p:spPr>
          <a:xfrm>
            <a:off x="3249600" y="26355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9" name="Google Shape;239;p42"/>
          <p:cNvSpPr txBox="1"/>
          <p:nvPr>
            <p:ph idx="18" type="body"/>
          </p:nvPr>
        </p:nvSpPr>
        <p:spPr>
          <a:xfrm>
            <a:off x="3249600" y="29037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0" name="Google Shape;240;p42"/>
          <p:cNvSpPr txBox="1"/>
          <p:nvPr>
            <p:ph idx="19" type="body"/>
          </p:nvPr>
        </p:nvSpPr>
        <p:spPr>
          <a:xfrm>
            <a:off x="3249600" y="343340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1" name="Google Shape;241;p42"/>
          <p:cNvSpPr txBox="1"/>
          <p:nvPr>
            <p:ph idx="20" type="body"/>
          </p:nvPr>
        </p:nvSpPr>
        <p:spPr>
          <a:xfrm>
            <a:off x="3249600" y="38624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2" name="Google Shape;242;p42"/>
          <p:cNvSpPr txBox="1"/>
          <p:nvPr>
            <p:ph idx="21" type="body"/>
          </p:nvPr>
        </p:nvSpPr>
        <p:spPr>
          <a:xfrm>
            <a:off x="3249600" y="41306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3" name="Google Shape;243;p42"/>
          <p:cNvSpPr txBox="1"/>
          <p:nvPr>
            <p:ph idx="22" type="body"/>
          </p:nvPr>
        </p:nvSpPr>
        <p:spPr>
          <a:xfrm>
            <a:off x="6296200" y="8914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4" name="Google Shape;244;p42"/>
          <p:cNvSpPr txBox="1"/>
          <p:nvPr>
            <p:ph idx="23" type="body"/>
          </p:nvPr>
        </p:nvSpPr>
        <p:spPr>
          <a:xfrm>
            <a:off x="6296200" y="13204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5" name="Google Shape;245;p42"/>
          <p:cNvSpPr txBox="1"/>
          <p:nvPr>
            <p:ph idx="24" type="body"/>
          </p:nvPr>
        </p:nvSpPr>
        <p:spPr>
          <a:xfrm>
            <a:off x="6296200" y="15886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6" name="Google Shape;246;p42"/>
          <p:cNvSpPr txBox="1"/>
          <p:nvPr>
            <p:ph idx="25" type="body"/>
          </p:nvPr>
        </p:nvSpPr>
        <p:spPr>
          <a:xfrm>
            <a:off x="6296200" y="22065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7" name="Google Shape;247;p42"/>
          <p:cNvSpPr txBox="1"/>
          <p:nvPr>
            <p:ph idx="26" type="body"/>
          </p:nvPr>
        </p:nvSpPr>
        <p:spPr>
          <a:xfrm>
            <a:off x="6296200" y="26355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8" name="Google Shape;248;p42"/>
          <p:cNvSpPr txBox="1"/>
          <p:nvPr>
            <p:ph idx="27" type="body"/>
          </p:nvPr>
        </p:nvSpPr>
        <p:spPr>
          <a:xfrm>
            <a:off x="6296200" y="29037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9" name="Google Shape;249;p42"/>
          <p:cNvSpPr txBox="1"/>
          <p:nvPr>
            <p:ph idx="28" type="body"/>
          </p:nvPr>
        </p:nvSpPr>
        <p:spPr>
          <a:xfrm>
            <a:off x="6296200" y="343340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50" name="Google Shape;250;p42"/>
          <p:cNvSpPr txBox="1"/>
          <p:nvPr>
            <p:ph idx="29" type="body"/>
          </p:nvPr>
        </p:nvSpPr>
        <p:spPr>
          <a:xfrm>
            <a:off x="6296200" y="38624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51" name="Google Shape;251;p42"/>
          <p:cNvSpPr txBox="1"/>
          <p:nvPr>
            <p:ph idx="30" type="body"/>
          </p:nvPr>
        </p:nvSpPr>
        <p:spPr>
          <a:xfrm>
            <a:off x="6296200" y="41306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52" name="Google Shape;252;p42"/>
          <p:cNvSpPr txBox="1"/>
          <p:nvPr>
            <p:ph idx="31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53" name="Google Shape;253;p42"/>
          <p:cNvSpPr txBox="1"/>
          <p:nvPr>
            <p:ph idx="3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blank">
  <p:cSld name="CUSTOM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6" name="Google Shape;256;p43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57" name="Google Shape;257;p43"/>
          <p:cNvSpPr txBox="1"/>
          <p:nvPr>
            <p:ph idx="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theme" Target="../theme/theme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17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279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DM Sans"/>
              <a:buChar char="○"/>
              <a:defRPr sz="8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○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○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124">
          <p15:clr>
            <a:srgbClr val="E46962"/>
          </p15:clr>
        </p15:guide>
        <p15:guide id="2" orient="horz" pos="124">
          <p15:clr>
            <a:srgbClr val="E46962"/>
          </p15:clr>
        </p15:guide>
        <p15:guide id="3" pos="5636">
          <p15:clr>
            <a:srgbClr val="E46962"/>
          </p15:clr>
        </p15:guide>
        <p15:guide id="4" orient="horz" pos="3116">
          <p15:clr>
            <a:srgbClr val="E46962"/>
          </p15:clr>
        </p15:guide>
        <p15:guide id="5" pos="1296">
          <p15:clr>
            <a:srgbClr val="E46962"/>
          </p15:clr>
        </p15:guide>
        <p15:guide id="6" pos="4465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4"/>
          <p:cNvSpPr txBox="1"/>
          <p:nvPr>
            <p:ph idx="4" type="body"/>
          </p:nvPr>
        </p:nvSpPr>
        <p:spPr>
          <a:xfrm>
            <a:off x="8208751" y="196725"/>
            <a:ext cx="8124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MM</a:t>
            </a:r>
            <a:r>
              <a:rPr lang="en"/>
              <a:t>.DD.YY</a:t>
            </a:r>
            <a:endParaRPr/>
          </a:p>
        </p:txBody>
      </p:sp>
      <p:sp>
        <p:nvSpPr>
          <p:cNvPr id="263" name="Google Shape;263;p44"/>
          <p:cNvSpPr txBox="1"/>
          <p:nvPr>
            <p:ph type="ctrTitle"/>
          </p:nvPr>
        </p:nvSpPr>
        <p:spPr>
          <a:xfrm>
            <a:off x="196950" y="223825"/>
            <a:ext cx="8011800" cy="18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Science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</a:t>
            </a:r>
            <a:endParaRPr/>
          </a:p>
        </p:txBody>
      </p:sp>
      <p:sp>
        <p:nvSpPr>
          <p:cNvPr id="264" name="Google Shape;264;p44"/>
          <p:cNvSpPr txBox="1"/>
          <p:nvPr>
            <p:ph idx="2" type="subTitle"/>
          </p:nvPr>
        </p:nvSpPr>
        <p:spPr>
          <a:xfrm>
            <a:off x="196950" y="2171250"/>
            <a:ext cx="3986700" cy="5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Jack Cienkus, Kate Tumavitch</a:t>
            </a:r>
            <a:endParaRPr/>
          </a:p>
        </p:txBody>
      </p:sp>
      <p:sp>
        <p:nvSpPr>
          <p:cNvPr id="265" name="Google Shape;265;p44"/>
          <p:cNvSpPr txBox="1"/>
          <p:nvPr>
            <p:ph idx="1" type="body"/>
          </p:nvPr>
        </p:nvSpPr>
        <p:spPr>
          <a:xfrm>
            <a:off x="196951" y="4737750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</a:t>
            </a:r>
            <a:endParaRPr/>
          </a:p>
        </p:txBody>
      </p:sp>
      <p:pic>
        <p:nvPicPr>
          <p:cNvPr descr="Blue and green wave pattern. " id="266" name="Google Shape;266;p44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797" l="0" r="0" t="797"/>
          <a:stretch/>
        </p:blipFill>
        <p:spPr>
          <a:xfrm>
            <a:off x="4437578" y="2171250"/>
            <a:ext cx="4509600" cy="2775600"/>
          </a:xfrm>
          <a:prstGeom prst="round2DiagRect">
            <a:avLst>
              <a:gd fmla="val 16667" name="adj1"/>
              <a:gd fmla="val 0" name="adj2"/>
            </a:avLst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2" name="Google Shape;272;p45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273" name="Google Shape;273;p45"/>
          <p:cNvSpPr txBox="1"/>
          <p:nvPr>
            <p:ph idx="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sp>
        <p:nvSpPr>
          <p:cNvPr id="274" name="Google Shape;274;p45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Defining the Problem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75" name="Google Shape;275;p45"/>
          <p:cNvSpPr txBox="1"/>
          <p:nvPr/>
        </p:nvSpPr>
        <p:spPr>
          <a:xfrm>
            <a:off x="516437" y="1584311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Making Observations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76" name="Google Shape;276;p45"/>
          <p:cNvSpPr txBox="1"/>
          <p:nvPr/>
        </p:nvSpPr>
        <p:spPr>
          <a:xfrm>
            <a:off x="516437" y="2423794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Forming a Hypothesis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77" name="Google Shape;277;p45"/>
          <p:cNvSpPr txBox="1"/>
          <p:nvPr/>
        </p:nvSpPr>
        <p:spPr>
          <a:xfrm>
            <a:off x="516437" y="3256495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Experiment Results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78" name="Google Shape;278;p45"/>
          <p:cNvSpPr txBox="1"/>
          <p:nvPr/>
        </p:nvSpPr>
        <p:spPr>
          <a:xfrm>
            <a:off x="516437" y="4102806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Drawing a Conclusion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79" name="Google Shape;279;p45"/>
          <p:cNvSpPr txBox="1"/>
          <p:nvPr/>
        </p:nvSpPr>
        <p:spPr>
          <a:xfrm>
            <a:off x="196954" y="744789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1.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80" name="Google Shape;280;p45"/>
          <p:cNvSpPr txBox="1"/>
          <p:nvPr/>
        </p:nvSpPr>
        <p:spPr>
          <a:xfrm>
            <a:off x="196954" y="1584311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2.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81" name="Google Shape;281;p45"/>
          <p:cNvSpPr txBox="1"/>
          <p:nvPr/>
        </p:nvSpPr>
        <p:spPr>
          <a:xfrm>
            <a:off x="196954" y="2423794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3.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82" name="Google Shape;282;p45"/>
          <p:cNvSpPr txBox="1"/>
          <p:nvPr/>
        </p:nvSpPr>
        <p:spPr>
          <a:xfrm>
            <a:off x="196954" y="3256495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4.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83" name="Google Shape;283;p45"/>
          <p:cNvSpPr txBox="1"/>
          <p:nvPr/>
        </p:nvSpPr>
        <p:spPr>
          <a:xfrm>
            <a:off x="196954" y="4102806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5.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9" name="Google Shape;289;p46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290" name="Google Shape;290;p46"/>
          <p:cNvSpPr txBox="1"/>
          <p:nvPr>
            <p:ph idx="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sp>
        <p:nvSpPr>
          <p:cNvPr id="291" name="Google Shape;291;p46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Defining the Problem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2" name="Google Shape;292;p46"/>
          <p:cNvSpPr txBox="1"/>
          <p:nvPr/>
        </p:nvSpPr>
        <p:spPr>
          <a:xfrm>
            <a:off x="516437" y="1584311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Making Observations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3" name="Google Shape;293;p46"/>
          <p:cNvSpPr txBox="1"/>
          <p:nvPr/>
        </p:nvSpPr>
        <p:spPr>
          <a:xfrm>
            <a:off x="516437" y="2423794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Forming a Hypothesis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4" name="Google Shape;294;p46"/>
          <p:cNvSpPr txBox="1"/>
          <p:nvPr/>
        </p:nvSpPr>
        <p:spPr>
          <a:xfrm>
            <a:off x="516437" y="3256495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Experiment Results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5" name="Google Shape;295;p46"/>
          <p:cNvSpPr txBox="1"/>
          <p:nvPr/>
        </p:nvSpPr>
        <p:spPr>
          <a:xfrm>
            <a:off x="516437" y="4102806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Drawing a Conclusion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6" name="Google Shape;296;p46"/>
          <p:cNvSpPr txBox="1"/>
          <p:nvPr/>
        </p:nvSpPr>
        <p:spPr>
          <a:xfrm>
            <a:off x="196954" y="744789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1.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7" name="Google Shape;297;p46"/>
          <p:cNvSpPr txBox="1"/>
          <p:nvPr/>
        </p:nvSpPr>
        <p:spPr>
          <a:xfrm>
            <a:off x="196954" y="1584311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2.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8" name="Google Shape;298;p46"/>
          <p:cNvSpPr txBox="1"/>
          <p:nvPr/>
        </p:nvSpPr>
        <p:spPr>
          <a:xfrm>
            <a:off x="196954" y="2423794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3.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9" name="Google Shape;299;p46"/>
          <p:cNvSpPr txBox="1"/>
          <p:nvPr/>
        </p:nvSpPr>
        <p:spPr>
          <a:xfrm>
            <a:off x="196954" y="3256495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4.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00" name="Google Shape;300;p46"/>
          <p:cNvSpPr txBox="1"/>
          <p:nvPr/>
        </p:nvSpPr>
        <p:spPr>
          <a:xfrm>
            <a:off x="196954" y="4102806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5.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6" name="Google Shape;306;p47"/>
          <p:cNvSpPr txBox="1"/>
          <p:nvPr>
            <p:ph idx="1" type="subTitle"/>
          </p:nvPr>
        </p:nvSpPr>
        <p:spPr>
          <a:xfrm>
            <a:off x="975300" y="1864050"/>
            <a:ext cx="7193400" cy="140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amet, consectetur adipiscing elit. Curabitur rhoncus nibh ut odio tempor elementum.</a:t>
            </a:r>
            <a:endParaRPr/>
          </a:p>
        </p:txBody>
      </p:sp>
      <p:sp>
        <p:nvSpPr>
          <p:cNvPr id="307" name="Google Shape;307;p47"/>
          <p:cNvSpPr txBox="1"/>
          <p:nvPr>
            <p:ph idx="2" type="body"/>
          </p:nvPr>
        </p:nvSpPr>
        <p:spPr>
          <a:xfrm>
            <a:off x="196951" y="196725"/>
            <a:ext cx="18591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Defining the Problem</a:t>
            </a:r>
            <a:endParaRPr/>
          </a:p>
        </p:txBody>
      </p:sp>
      <p:sp>
        <p:nvSpPr>
          <p:cNvPr id="308" name="Google Shape;308;p47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4" name="Google Shape;314;p48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315" name="Google Shape;315;p48"/>
          <p:cNvSpPr txBox="1"/>
          <p:nvPr>
            <p:ph idx="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sp>
        <p:nvSpPr>
          <p:cNvPr id="316" name="Google Shape;316;p48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Defining the Problem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17" name="Google Shape;317;p48"/>
          <p:cNvSpPr txBox="1"/>
          <p:nvPr/>
        </p:nvSpPr>
        <p:spPr>
          <a:xfrm>
            <a:off x="516437" y="1584311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Making Observations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516437" y="2423794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Forming a Hypothesis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19" name="Google Shape;319;p48"/>
          <p:cNvSpPr txBox="1"/>
          <p:nvPr/>
        </p:nvSpPr>
        <p:spPr>
          <a:xfrm>
            <a:off x="516437" y="3256495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Experiment Results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20" name="Google Shape;320;p48"/>
          <p:cNvSpPr txBox="1"/>
          <p:nvPr/>
        </p:nvSpPr>
        <p:spPr>
          <a:xfrm>
            <a:off x="516437" y="4102806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Drawing a Conclusion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21" name="Google Shape;321;p48"/>
          <p:cNvSpPr txBox="1"/>
          <p:nvPr/>
        </p:nvSpPr>
        <p:spPr>
          <a:xfrm>
            <a:off x="196954" y="744789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1.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22" name="Google Shape;322;p48"/>
          <p:cNvSpPr txBox="1"/>
          <p:nvPr/>
        </p:nvSpPr>
        <p:spPr>
          <a:xfrm>
            <a:off x="196954" y="1584311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2.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23" name="Google Shape;323;p48"/>
          <p:cNvSpPr txBox="1"/>
          <p:nvPr/>
        </p:nvSpPr>
        <p:spPr>
          <a:xfrm>
            <a:off x="196954" y="2423794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3.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24" name="Google Shape;324;p48"/>
          <p:cNvSpPr txBox="1"/>
          <p:nvPr/>
        </p:nvSpPr>
        <p:spPr>
          <a:xfrm>
            <a:off x="196954" y="3256495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4.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25" name="Google Shape;325;p48"/>
          <p:cNvSpPr txBox="1"/>
          <p:nvPr/>
        </p:nvSpPr>
        <p:spPr>
          <a:xfrm>
            <a:off x="196954" y="4102806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5.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9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Making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Observations</a:t>
            </a:r>
            <a:endParaRPr/>
          </a:p>
        </p:txBody>
      </p:sp>
      <p:sp>
        <p:nvSpPr>
          <p:cNvPr id="331" name="Google Shape;331;p49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amet, consectetur adipiscing elit. Curabitur rhoncus nibh ut odio tempor elementum. Praesent et mattis dolor.</a:t>
            </a:r>
            <a:endParaRPr/>
          </a:p>
        </p:txBody>
      </p:sp>
      <p:sp>
        <p:nvSpPr>
          <p:cNvPr id="332" name="Google Shape;332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Person working in a greenhouse." id="333" name="Google Shape;333;p4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9290" r="9290" t="0"/>
          <a:stretch/>
        </p:blipFill>
        <p:spPr>
          <a:xfrm>
            <a:off x="3726325" y="669925"/>
            <a:ext cx="5220900" cy="4276800"/>
          </a:xfrm>
          <a:prstGeom prst="round2DiagRect">
            <a:avLst>
              <a:gd fmla="val 16667" name="adj1"/>
              <a:gd fmla="val 0" name="adj2"/>
            </a:avLst>
          </a:prstGeom>
        </p:spPr>
      </p:pic>
      <p:sp>
        <p:nvSpPr>
          <p:cNvPr id="334" name="Google Shape;334;p49"/>
          <p:cNvSpPr txBox="1"/>
          <p:nvPr>
            <p:ph idx="3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Making Observations</a:t>
            </a:r>
            <a:endParaRPr/>
          </a:p>
        </p:txBody>
      </p:sp>
      <p:sp>
        <p:nvSpPr>
          <p:cNvPr id="335" name="Google Shape;335;p49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0"/>
          <p:cNvSpPr txBox="1"/>
          <p:nvPr>
            <p:ph idx="12" type="sldNum"/>
          </p:nvPr>
        </p:nvSpPr>
        <p:spPr>
          <a:xfrm>
            <a:off x="8472458" y="466344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50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342" name="Google Shape;342;p50"/>
          <p:cNvSpPr txBox="1"/>
          <p:nvPr>
            <p:ph idx="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sp>
        <p:nvSpPr>
          <p:cNvPr id="343" name="Google Shape;343;p50"/>
          <p:cNvSpPr txBox="1"/>
          <p:nvPr/>
        </p:nvSpPr>
        <p:spPr>
          <a:xfrm>
            <a:off x="516437" y="8209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Defining the Problem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44" name="Google Shape;344;p50"/>
          <p:cNvSpPr txBox="1"/>
          <p:nvPr/>
        </p:nvSpPr>
        <p:spPr>
          <a:xfrm>
            <a:off x="516437" y="1660511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Making Observations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45" name="Google Shape;345;p50"/>
          <p:cNvSpPr txBox="1"/>
          <p:nvPr/>
        </p:nvSpPr>
        <p:spPr>
          <a:xfrm>
            <a:off x="516437" y="2499994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Forming a Hypothesis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46" name="Google Shape;346;p50"/>
          <p:cNvSpPr txBox="1"/>
          <p:nvPr/>
        </p:nvSpPr>
        <p:spPr>
          <a:xfrm>
            <a:off x="516437" y="3332695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Experiment Results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47" name="Google Shape;347;p50"/>
          <p:cNvSpPr txBox="1"/>
          <p:nvPr/>
        </p:nvSpPr>
        <p:spPr>
          <a:xfrm>
            <a:off x="516437" y="4179006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Drawing a Conclusion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48" name="Google Shape;348;p50"/>
          <p:cNvSpPr txBox="1"/>
          <p:nvPr/>
        </p:nvSpPr>
        <p:spPr>
          <a:xfrm>
            <a:off x="196954" y="820989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1.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49" name="Google Shape;349;p50"/>
          <p:cNvSpPr txBox="1"/>
          <p:nvPr/>
        </p:nvSpPr>
        <p:spPr>
          <a:xfrm>
            <a:off x="196954" y="1660511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2.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50" name="Google Shape;350;p50"/>
          <p:cNvSpPr txBox="1"/>
          <p:nvPr/>
        </p:nvSpPr>
        <p:spPr>
          <a:xfrm>
            <a:off x="196954" y="2499994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3.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51" name="Google Shape;351;p50"/>
          <p:cNvSpPr txBox="1"/>
          <p:nvPr/>
        </p:nvSpPr>
        <p:spPr>
          <a:xfrm>
            <a:off x="196954" y="3332695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4.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52" name="Google Shape;352;p50"/>
          <p:cNvSpPr txBox="1"/>
          <p:nvPr/>
        </p:nvSpPr>
        <p:spPr>
          <a:xfrm>
            <a:off x="196954" y="4179006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5.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8" name="Google Shape;358;p51"/>
          <p:cNvSpPr txBox="1"/>
          <p:nvPr>
            <p:ph idx="1" type="subTitle"/>
          </p:nvPr>
        </p:nvSpPr>
        <p:spPr>
          <a:xfrm>
            <a:off x="975300" y="1864050"/>
            <a:ext cx="7193400" cy="140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amet, consectetur adipiscing elit. Curabitur rhoncus nibh ut odio tempor elementum.</a:t>
            </a:r>
            <a:endParaRPr/>
          </a:p>
        </p:txBody>
      </p:sp>
      <p:sp>
        <p:nvSpPr>
          <p:cNvPr id="359" name="Google Shape;359;p51"/>
          <p:cNvSpPr txBox="1"/>
          <p:nvPr>
            <p:ph idx="2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Forming a Hypothesis</a:t>
            </a:r>
            <a:endParaRPr/>
          </a:p>
        </p:txBody>
      </p:sp>
      <p:sp>
        <p:nvSpPr>
          <p:cNvPr id="360" name="Google Shape;360;p51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Lorem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Ipsum Dolor</a:t>
            </a:r>
            <a:endParaRPr/>
          </a:p>
        </p:txBody>
      </p:sp>
      <p:sp>
        <p:nvSpPr>
          <p:cNvPr id="366" name="Google Shape;366;p52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rPr lang="en"/>
              <a:t>Lorem ipsum dolor sit amet, consectetur adipiscing elit. Curabitur rhoncus nibh ut odio tempor elementum. Praesent et mattis dolor.</a:t>
            </a:r>
            <a:endParaRPr/>
          </a:p>
        </p:txBody>
      </p:sp>
      <p:sp>
        <p:nvSpPr>
          <p:cNvPr id="367" name="Google Shape;367;p52"/>
          <p:cNvSpPr txBox="1"/>
          <p:nvPr>
            <p:ph idx="2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Forming a Hypothesis</a:t>
            </a:r>
            <a:endParaRPr/>
          </a:p>
        </p:txBody>
      </p:sp>
      <p:sp>
        <p:nvSpPr>
          <p:cNvPr id="368" name="Google Shape;368;p52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pic>
        <p:nvPicPr>
          <p:cNvPr descr="Blue and green wave pattern. " id="369" name="Google Shape;369;p52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473" l="21646" r="17924" t="146"/>
          <a:stretch/>
        </p:blipFill>
        <p:spPr>
          <a:xfrm rot="5400000">
            <a:off x="4575925" y="583125"/>
            <a:ext cx="4289700" cy="4323600"/>
          </a:xfrm>
          <a:prstGeom prst="round2DiagRect">
            <a:avLst>
              <a:gd fmla="val 16667" name="adj1"/>
              <a:gd fmla="val 0" name="adj2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5" name="Google Shape;375;p53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376" name="Google Shape;376;p53"/>
          <p:cNvSpPr txBox="1"/>
          <p:nvPr>
            <p:ph idx="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sp>
        <p:nvSpPr>
          <p:cNvPr id="377" name="Google Shape;377;p53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Defining the Problem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78" name="Google Shape;378;p53"/>
          <p:cNvSpPr txBox="1"/>
          <p:nvPr/>
        </p:nvSpPr>
        <p:spPr>
          <a:xfrm>
            <a:off x="516437" y="1584311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Making Observations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79" name="Google Shape;379;p53"/>
          <p:cNvSpPr txBox="1"/>
          <p:nvPr/>
        </p:nvSpPr>
        <p:spPr>
          <a:xfrm>
            <a:off x="516437" y="2423794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Forming a Hypothesis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80" name="Google Shape;380;p53"/>
          <p:cNvSpPr txBox="1"/>
          <p:nvPr/>
        </p:nvSpPr>
        <p:spPr>
          <a:xfrm>
            <a:off x="516437" y="3256495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Experiment Results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81" name="Google Shape;381;p53"/>
          <p:cNvSpPr txBox="1"/>
          <p:nvPr/>
        </p:nvSpPr>
        <p:spPr>
          <a:xfrm>
            <a:off x="516437" y="4102806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Drawing a Conclusion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82" name="Google Shape;382;p53"/>
          <p:cNvSpPr txBox="1"/>
          <p:nvPr/>
        </p:nvSpPr>
        <p:spPr>
          <a:xfrm>
            <a:off x="196954" y="744789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1.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83" name="Google Shape;383;p53"/>
          <p:cNvSpPr txBox="1"/>
          <p:nvPr/>
        </p:nvSpPr>
        <p:spPr>
          <a:xfrm>
            <a:off x="196954" y="1584311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2.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84" name="Google Shape;384;p53"/>
          <p:cNvSpPr txBox="1"/>
          <p:nvPr/>
        </p:nvSpPr>
        <p:spPr>
          <a:xfrm>
            <a:off x="196954" y="2423794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3.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85" name="Google Shape;385;p53"/>
          <p:cNvSpPr txBox="1"/>
          <p:nvPr/>
        </p:nvSpPr>
        <p:spPr>
          <a:xfrm>
            <a:off x="196954" y="3256495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4.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86" name="Google Shape;386;p53"/>
          <p:cNvSpPr txBox="1"/>
          <p:nvPr/>
        </p:nvSpPr>
        <p:spPr>
          <a:xfrm>
            <a:off x="196954" y="4102806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5.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2" name="Google Shape;392;p54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Lorem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Ipsum Dolor</a:t>
            </a:r>
            <a:endParaRPr/>
          </a:p>
        </p:txBody>
      </p:sp>
      <p:sp>
        <p:nvSpPr>
          <p:cNvPr id="393" name="Google Shape;393;p54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rPr lang="en"/>
              <a:t>Lorem ipsum dolor sit amet, consectetur adipiscing elit. Curabitur rhoncus nibh ut odio tempor elementum. Praesent et mattis dolor.</a:t>
            </a:r>
            <a:endParaRPr/>
          </a:p>
        </p:txBody>
      </p:sp>
      <p:grpSp>
        <p:nvGrpSpPr>
          <p:cNvPr id="394" name="Google Shape;394;p54"/>
          <p:cNvGrpSpPr/>
          <p:nvPr/>
        </p:nvGrpSpPr>
        <p:grpSpPr>
          <a:xfrm>
            <a:off x="5083152" y="949200"/>
            <a:ext cx="3245100" cy="3245100"/>
            <a:chOff x="5083152" y="949200"/>
            <a:chExt cx="3245100" cy="3245100"/>
          </a:xfrm>
        </p:grpSpPr>
        <p:sp>
          <p:nvSpPr>
            <p:cNvPr id="395" name="Google Shape;395;p54"/>
            <p:cNvSpPr/>
            <p:nvPr/>
          </p:nvSpPr>
          <p:spPr>
            <a:xfrm>
              <a:off x="5083152" y="949200"/>
              <a:ext cx="3245100" cy="3245100"/>
            </a:xfrm>
            <a:prstGeom prst="pie">
              <a:avLst>
                <a:gd fmla="val 16203554" name="adj1"/>
                <a:gd fmla="val 16200000" name="adj2"/>
              </a:avLst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396" name="Google Shape;396;p54"/>
            <p:cNvSpPr/>
            <p:nvPr/>
          </p:nvSpPr>
          <p:spPr>
            <a:xfrm>
              <a:off x="5083152" y="949200"/>
              <a:ext cx="3245100" cy="3245100"/>
            </a:xfrm>
            <a:prstGeom prst="pie">
              <a:avLst>
                <a:gd fmla="val 16203554" name="adj1"/>
                <a:gd fmla="val 4405759" name="adj2"/>
              </a:avLst>
            </a:prstGeom>
            <a:solidFill>
              <a:schemeClr val="accen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97" name="Google Shape;397;p54"/>
            <p:cNvSpPr/>
            <p:nvPr/>
          </p:nvSpPr>
          <p:spPr>
            <a:xfrm>
              <a:off x="5083152" y="949200"/>
              <a:ext cx="3245100" cy="3245100"/>
            </a:xfrm>
            <a:prstGeom prst="pie">
              <a:avLst>
                <a:gd fmla="val 12090357" name="adj1"/>
                <a:gd fmla="val 1620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98" name="Google Shape;398;p54"/>
            <p:cNvSpPr txBox="1"/>
            <p:nvPr/>
          </p:nvSpPr>
          <p:spPr>
            <a:xfrm>
              <a:off x="7105177" y="2350625"/>
              <a:ext cx="627000" cy="34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50">
                  <a:solidFill>
                    <a:schemeClr val="dk2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45%</a:t>
              </a:r>
              <a:endParaRPr b="1" sz="145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endParaRPr>
            </a:p>
          </p:txBody>
        </p:sp>
        <p:sp>
          <p:nvSpPr>
            <p:cNvPr id="399" name="Google Shape;399;p54"/>
            <p:cNvSpPr txBox="1"/>
            <p:nvPr/>
          </p:nvSpPr>
          <p:spPr>
            <a:xfrm>
              <a:off x="5622702" y="2835875"/>
              <a:ext cx="627000" cy="34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50">
                  <a:solidFill>
                    <a:schemeClr val="dk2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35</a:t>
              </a:r>
              <a:r>
                <a:rPr b="1" lang="en" sz="1450">
                  <a:solidFill>
                    <a:schemeClr val="dk2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%</a:t>
              </a:r>
              <a:endParaRPr b="1" sz="145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endParaRPr>
            </a:p>
          </p:txBody>
        </p:sp>
        <p:sp>
          <p:nvSpPr>
            <p:cNvPr id="400" name="Google Shape;400;p54"/>
            <p:cNvSpPr txBox="1"/>
            <p:nvPr/>
          </p:nvSpPr>
          <p:spPr>
            <a:xfrm>
              <a:off x="5884852" y="1603525"/>
              <a:ext cx="627000" cy="34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50">
                  <a:solidFill>
                    <a:schemeClr val="dk2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20</a:t>
              </a:r>
              <a:r>
                <a:rPr b="1" lang="en" sz="1450">
                  <a:solidFill>
                    <a:schemeClr val="dk2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%</a:t>
              </a:r>
              <a:endParaRPr b="1" sz="145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endParaRPr>
            </a:p>
          </p:txBody>
        </p:sp>
      </p:grpSp>
      <p:sp>
        <p:nvSpPr>
          <p:cNvPr id="401" name="Google Shape;401;p54"/>
          <p:cNvSpPr txBox="1"/>
          <p:nvPr>
            <p:ph idx="4294967295" type="ctrTitle"/>
          </p:nvPr>
        </p:nvSpPr>
        <p:spPr>
          <a:xfrm>
            <a:off x="5150187" y="4556100"/>
            <a:ext cx="1000200" cy="231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0" lang="en"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Lorem ipsum</a:t>
            </a:r>
            <a:endParaRPr b="0" sz="1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02" name="Google Shape;402;p54"/>
          <p:cNvSpPr/>
          <p:nvPr/>
        </p:nvSpPr>
        <p:spPr>
          <a:xfrm>
            <a:off x="5002313" y="4595100"/>
            <a:ext cx="153600" cy="153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403" name="Google Shape;403;p54"/>
          <p:cNvSpPr txBox="1"/>
          <p:nvPr>
            <p:ph idx="4294967295" type="ctrTitle"/>
          </p:nvPr>
        </p:nvSpPr>
        <p:spPr>
          <a:xfrm>
            <a:off x="6298262" y="4556100"/>
            <a:ext cx="1000200" cy="231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0" lang="en"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Lorem ipsum</a:t>
            </a:r>
            <a:endParaRPr b="0" sz="1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04" name="Google Shape;404;p54"/>
          <p:cNvSpPr/>
          <p:nvPr/>
        </p:nvSpPr>
        <p:spPr>
          <a:xfrm>
            <a:off x="6150388" y="4595100"/>
            <a:ext cx="153600" cy="1536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405" name="Google Shape;405;p54"/>
          <p:cNvSpPr txBox="1"/>
          <p:nvPr>
            <p:ph idx="4294967295" type="ctrTitle"/>
          </p:nvPr>
        </p:nvSpPr>
        <p:spPr>
          <a:xfrm>
            <a:off x="7446337" y="4556100"/>
            <a:ext cx="1000200" cy="231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0" lang="en"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Lorem ipsum</a:t>
            </a:r>
            <a:endParaRPr b="0" sz="1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06" name="Google Shape;406;p54"/>
          <p:cNvSpPr/>
          <p:nvPr/>
        </p:nvSpPr>
        <p:spPr>
          <a:xfrm>
            <a:off x="7298463" y="4595100"/>
            <a:ext cx="153600" cy="1536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407" name="Google Shape;407;p54"/>
          <p:cNvSpPr txBox="1"/>
          <p:nvPr>
            <p:ph idx="2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Experiment Results (Pie Chart)</a:t>
            </a:r>
            <a:endParaRPr/>
          </a:p>
        </p:txBody>
      </p:sp>
      <p:sp>
        <p:nvSpPr>
          <p:cNvPr id="408" name="Google Shape;408;p54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5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4" name="Google Shape;414;p55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Lorem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Ipsum Dolor</a:t>
            </a:r>
            <a:endParaRPr/>
          </a:p>
        </p:txBody>
      </p:sp>
      <p:sp>
        <p:nvSpPr>
          <p:cNvPr id="415" name="Google Shape;415;p55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rPr lang="en"/>
              <a:t>Lorem ipsum dolor sit amet, consectetur adipiscing elit. Curabitur rhoncus nibh ut odio tempor elementum. Praesent et mattis dolor.</a:t>
            </a:r>
            <a:endParaRPr/>
          </a:p>
        </p:txBody>
      </p:sp>
      <p:cxnSp>
        <p:nvCxnSpPr>
          <p:cNvPr id="416" name="Google Shape;416;p55"/>
          <p:cNvCxnSpPr/>
          <p:nvPr/>
        </p:nvCxnSpPr>
        <p:spPr>
          <a:xfrm>
            <a:off x="5254709" y="3946698"/>
            <a:ext cx="33000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17" name="Google Shape;417;p55"/>
          <p:cNvCxnSpPr/>
          <p:nvPr/>
        </p:nvCxnSpPr>
        <p:spPr>
          <a:xfrm>
            <a:off x="5255568" y="1609924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18" name="Google Shape;418;p55"/>
          <p:cNvCxnSpPr/>
          <p:nvPr/>
        </p:nvCxnSpPr>
        <p:spPr>
          <a:xfrm>
            <a:off x="5255568" y="1928649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19" name="Google Shape;419;p55"/>
          <p:cNvCxnSpPr/>
          <p:nvPr/>
        </p:nvCxnSpPr>
        <p:spPr>
          <a:xfrm>
            <a:off x="5255568" y="2266417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20" name="Google Shape;420;p55"/>
          <p:cNvCxnSpPr/>
          <p:nvPr/>
        </p:nvCxnSpPr>
        <p:spPr>
          <a:xfrm>
            <a:off x="5255568" y="2935608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21" name="Google Shape;421;p55"/>
          <p:cNvCxnSpPr/>
          <p:nvPr/>
        </p:nvCxnSpPr>
        <p:spPr>
          <a:xfrm>
            <a:off x="5255568" y="3592102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22" name="Google Shape;422;p55"/>
          <p:cNvCxnSpPr/>
          <p:nvPr/>
        </p:nvCxnSpPr>
        <p:spPr>
          <a:xfrm>
            <a:off x="5255568" y="1272156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23" name="Google Shape;423;p55"/>
          <p:cNvCxnSpPr/>
          <p:nvPr/>
        </p:nvCxnSpPr>
        <p:spPr>
          <a:xfrm>
            <a:off x="5255568" y="2597840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24" name="Google Shape;424;p55"/>
          <p:cNvCxnSpPr/>
          <p:nvPr/>
        </p:nvCxnSpPr>
        <p:spPr>
          <a:xfrm>
            <a:off x="5255568" y="3254333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25" name="Google Shape;425;p55"/>
          <p:cNvSpPr/>
          <p:nvPr/>
        </p:nvSpPr>
        <p:spPr>
          <a:xfrm>
            <a:off x="5571948" y="3059482"/>
            <a:ext cx="423300" cy="887400"/>
          </a:xfrm>
          <a:custGeom>
            <a:rect b="b" l="l" r="r" t="t"/>
            <a:pathLst>
              <a:path extrusionOk="0" h="120000" w="120000">
                <a:moveTo>
                  <a:pt x="119591" y="0"/>
                </a:moveTo>
                <a:lnTo>
                  <a:pt x="0" y="0"/>
                </a:lnTo>
                <a:lnTo>
                  <a:pt x="0" y="119967"/>
                </a:lnTo>
                <a:lnTo>
                  <a:pt x="119591" y="119967"/>
                </a:lnTo>
                <a:lnTo>
                  <a:pt x="119591" y="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t/>
            </a:r>
            <a:endParaRPr sz="7200">
              <a:solidFill>
                <a:schemeClr val="accen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26" name="Google Shape;426;p55"/>
          <p:cNvSpPr/>
          <p:nvPr/>
        </p:nvSpPr>
        <p:spPr>
          <a:xfrm>
            <a:off x="7788508" y="2021434"/>
            <a:ext cx="423300" cy="1925400"/>
          </a:xfrm>
          <a:custGeom>
            <a:rect b="b" l="l" r="r" t="t"/>
            <a:pathLst>
              <a:path extrusionOk="0" h="120000" w="120000">
                <a:moveTo>
                  <a:pt x="119590" y="0"/>
                </a:moveTo>
                <a:lnTo>
                  <a:pt x="0" y="0"/>
                </a:lnTo>
                <a:lnTo>
                  <a:pt x="0" y="119967"/>
                </a:lnTo>
                <a:lnTo>
                  <a:pt x="119590" y="119967"/>
                </a:lnTo>
                <a:lnTo>
                  <a:pt x="119590" y="0"/>
                </a:ln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t/>
            </a:r>
            <a:endParaRPr sz="72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27" name="Google Shape;427;p55"/>
          <p:cNvSpPr/>
          <p:nvPr/>
        </p:nvSpPr>
        <p:spPr>
          <a:xfrm>
            <a:off x="7049660" y="2392165"/>
            <a:ext cx="423300" cy="1556700"/>
          </a:xfrm>
          <a:custGeom>
            <a:rect b="b" l="l" r="r" t="t"/>
            <a:pathLst>
              <a:path extrusionOk="0" h="120000" w="120000">
                <a:moveTo>
                  <a:pt x="119590" y="0"/>
                </a:moveTo>
                <a:lnTo>
                  <a:pt x="0" y="0"/>
                </a:lnTo>
                <a:lnTo>
                  <a:pt x="0" y="119973"/>
                </a:lnTo>
                <a:lnTo>
                  <a:pt x="119590" y="119973"/>
                </a:lnTo>
                <a:lnTo>
                  <a:pt x="119590" y="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t/>
            </a:r>
            <a:endParaRPr sz="7200">
              <a:solidFill>
                <a:schemeClr val="accen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28" name="Google Shape;428;p55"/>
          <p:cNvSpPr/>
          <p:nvPr/>
        </p:nvSpPr>
        <p:spPr>
          <a:xfrm>
            <a:off x="6310795" y="1273110"/>
            <a:ext cx="423300" cy="2673900"/>
          </a:xfrm>
          <a:custGeom>
            <a:rect b="b" l="l" r="r" t="t"/>
            <a:pathLst>
              <a:path extrusionOk="0" h="120000" w="120000">
                <a:moveTo>
                  <a:pt x="119591" y="0"/>
                </a:moveTo>
                <a:lnTo>
                  <a:pt x="0" y="0"/>
                </a:lnTo>
                <a:lnTo>
                  <a:pt x="0" y="119976"/>
                </a:lnTo>
                <a:lnTo>
                  <a:pt x="119591" y="119976"/>
                </a:lnTo>
                <a:lnTo>
                  <a:pt x="119591" y="0"/>
                </a:ln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t/>
            </a:r>
            <a:endParaRPr sz="72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29" name="Google Shape;429;p55"/>
          <p:cNvSpPr txBox="1"/>
          <p:nvPr>
            <p:ph idx="2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Experiment Results (Bar Chart)</a:t>
            </a:r>
            <a:endParaRPr/>
          </a:p>
        </p:txBody>
      </p:sp>
      <p:sp>
        <p:nvSpPr>
          <p:cNvPr id="430" name="Google Shape;430;p55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sp>
        <p:nvSpPr>
          <p:cNvPr id="431" name="Google Shape;431;p55"/>
          <p:cNvSpPr txBox="1"/>
          <p:nvPr/>
        </p:nvSpPr>
        <p:spPr>
          <a:xfrm>
            <a:off x="6346525" y="3947950"/>
            <a:ext cx="111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Lorem Ipsum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32" name="Google Shape;432;p55"/>
          <p:cNvSpPr/>
          <p:nvPr/>
        </p:nvSpPr>
        <p:spPr>
          <a:xfrm>
            <a:off x="4706875" y="1167600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80%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33" name="Google Shape;433;p55"/>
          <p:cNvSpPr/>
          <p:nvPr/>
        </p:nvSpPr>
        <p:spPr>
          <a:xfrm>
            <a:off x="4706875" y="1495838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70%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34" name="Google Shape;434;p55"/>
          <p:cNvSpPr/>
          <p:nvPr/>
        </p:nvSpPr>
        <p:spPr>
          <a:xfrm>
            <a:off x="4706875" y="1835213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60%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35" name="Google Shape;435;p55"/>
          <p:cNvSpPr/>
          <p:nvPr/>
        </p:nvSpPr>
        <p:spPr>
          <a:xfrm>
            <a:off x="4706875" y="2163450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50%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36" name="Google Shape;436;p55"/>
          <p:cNvSpPr/>
          <p:nvPr/>
        </p:nvSpPr>
        <p:spPr>
          <a:xfrm>
            <a:off x="4706875" y="2491700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40%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37" name="Google Shape;437;p55"/>
          <p:cNvSpPr/>
          <p:nvPr/>
        </p:nvSpPr>
        <p:spPr>
          <a:xfrm>
            <a:off x="4706875" y="2819938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30%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38" name="Google Shape;438;p55"/>
          <p:cNvSpPr/>
          <p:nvPr/>
        </p:nvSpPr>
        <p:spPr>
          <a:xfrm>
            <a:off x="4706875" y="3172475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20%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39" name="Google Shape;439;p55"/>
          <p:cNvSpPr/>
          <p:nvPr/>
        </p:nvSpPr>
        <p:spPr>
          <a:xfrm>
            <a:off x="4706875" y="3500713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10%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5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5" name="Google Shape;445;p56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Lorem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Ipsum Dolor</a:t>
            </a:r>
            <a:endParaRPr/>
          </a:p>
        </p:txBody>
      </p:sp>
      <p:sp>
        <p:nvSpPr>
          <p:cNvPr id="446" name="Google Shape;446;p56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rPr lang="en"/>
              <a:t>Lorem ipsum dolor sit amet, consectetur adipiscing elit. Curabitur rhoncus nibh ut odio tempor elementum. Praesent et mattis dolor.</a:t>
            </a:r>
            <a:endParaRPr/>
          </a:p>
        </p:txBody>
      </p:sp>
      <p:cxnSp>
        <p:nvCxnSpPr>
          <p:cNvPr id="447" name="Google Shape;447;p56"/>
          <p:cNvCxnSpPr/>
          <p:nvPr/>
        </p:nvCxnSpPr>
        <p:spPr>
          <a:xfrm>
            <a:off x="5254709" y="3946698"/>
            <a:ext cx="33000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48" name="Google Shape;448;p56"/>
          <p:cNvCxnSpPr/>
          <p:nvPr/>
        </p:nvCxnSpPr>
        <p:spPr>
          <a:xfrm>
            <a:off x="5255568" y="1609924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49" name="Google Shape;449;p56"/>
          <p:cNvCxnSpPr/>
          <p:nvPr/>
        </p:nvCxnSpPr>
        <p:spPr>
          <a:xfrm>
            <a:off x="5255568" y="1928649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0" name="Google Shape;450;p56"/>
          <p:cNvCxnSpPr/>
          <p:nvPr/>
        </p:nvCxnSpPr>
        <p:spPr>
          <a:xfrm>
            <a:off x="5255568" y="2266417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1" name="Google Shape;451;p56"/>
          <p:cNvCxnSpPr/>
          <p:nvPr/>
        </p:nvCxnSpPr>
        <p:spPr>
          <a:xfrm>
            <a:off x="5255568" y="2935608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2" name="Google Shape;452;p56"/>
          <p:cNvCxnSpPr/>
          <p:nvPr/>
        </p:nvCxnSpPr>
        <p:spPr>
          <a:xfrm>
            <a:off x="5255568" y="3592102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3" name="Google Shape;453;p56"/>
          <p:cNvCxnSpPr/>
          <p:nvPr/>
        </p:nvCxnSpPr>
        <p:spPr>
          <a:xfrm>
            <a:off x="5255568" y="1272156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4" name="Google Shape;454;p56"/>
          <p:cNvCxnSpPr/>
          <p:nvPr/>
        </p:nvCxnSpPr>
        <p:spPr>
          <a:xfrm>
            <a:off x="5255568" y="2597840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5" name="Google Shape;455;p56"/>
          <p:cNvCxnSpPr/>
          <p:nvPr/>
        </p:nvCxnSpPr>
        <p:spPr>
          <a:xfrm>
            <a:off x="5255568" y="3254333"/>
            <a:ext cx="33006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6" name="Google Shape;456;p56"/>
          <p:cNvCxnSpPr/>
          <p:nvPr/>
        </p:nvCxnSpPr>
        <p:spPr>
          <a:xfrm flipH="1" rot="10800000">
            <a:off x="5518377" y="2921625"/>
            <a:ext cx="843000" cy="8430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7" name="Google Shape;457;p56"/>
          <p:cNvSpPr/>
          <p:nvPr/>
        </p:nvSpPr>
        <p:spPr>
          <a:xfrm>
            <a:off x="6300077" y="2880175"/>
            <a:ext cx="105900" cy="1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458" name="Google Shape;458;p56"/>
          <p:cNvSpPr/>
          <p:nvPr/>
        </p:nvSpPr>
        <p:spPr>
          <a:xfrm>
            <a:off x="5462677" y="3709650"/>
            <a:ext cx="105900" cy="1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459" name="Google Shape;459;p56"/>
          <p:cNvCxnSpPr/>
          <p:nvPr/>
        </p:nvCxnSpPr>
        <p:spPr>
          <a:xfrm flipH="1" rot="10800000">
            <a:off x="6361377" y="2805513"/>
            <a:ext cx="432900" cy="1161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0" name="Google Shape;460;p56"/>
          <p:cNvSpPr/>
          <p:nvPr/>
        </p:nvSpPr>
        <p:spPr>
          <a:xfrm>
            <a:off x="6749027" y="2746725"/>
            <a:ext cx="105900" cy="1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461" name="Google Shape;461;p56"/>
          <p:cNvCxnSpPr/>
          <p:nvPr/>
        </p:nvCxnSpPr>
        <p:spPr>
          <a:xfrm flipH="1" rot="10800000">
            <a:off x="6803221" y="2114384"/>
            <a:ext cx="677100" cy="6771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2" name="Google Shape;462;p56"/>
          <p:cNvSpPr/>
          <p:nvPr/>
        </p:nvSpPr>
        <p:spPr>
          <a:xfrm>
            <a:off x="7416802" y="2068425"/>
            <a:ext cx="105900" cy="1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463" name="Google Shape;463;p56"/>
          <p:cNvCxnSpPr/>
          <p:nvPr/>
        </p:nvCxnSpPr>
        <p:spPr>
          <a:xfrm flipH="1" rot="10800000">
            <a:off x="7480321" y="1756184"/>
            <a:ext cx="96000" cy="3582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4" name="Google Shape;464;p56"/>
          <p:cNvSpPr/>
          <p:nvPr/>
        </p:nvSpPr>
        <p:spPr>
          <a:xfrm>
            <a:off x="7522702" y="1693550"/>
            <a:ext cx="105900" cy="1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465" name="Google Shape;465;p56"/>
          <p:cNvSpPr txBox="1"/>
          <p:nvPr>
            <p:ph idx="2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Experiment Results (Line Chart)</a:t>
            </a:r>
            <a:endParaRPr/>
          </a:p>
        </p:txBody>
      </p:sp>
      <p:sp>
        <p:nvSpPr>
          <p:cNvPr id="466" name="Google Shape;466;p56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sp>
        <p:nvSpPr>
          <p:cNvPr id="467" name="Google Shape;467;p56"/>
          <p:cNvSpPr txBox="1"/>
          <p:nvPr/>
        </p:nvSpPr>
        <p:spPr>
          <a:xfrm>
            <a:off x="6346525" y="3947950"/>
            <a:ext cx="111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Lorem Ipsum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68" name="Google Shape;468;p56"/>
          <p:cNvSpPr/>
          <p:nvPr/>
        </p:nvSpPr>
        <p:spPr>
          <a:xfrm>
            <a:off x="4706875" y="1167600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80%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69" name="Google Shape;469;p56"/>
          <p:cNvSpPr/>
          <p:nvPr/>
        </p:nvSpPr>
        <p:spPr>
          <a:xfrm>
            <a:off x="4706875" y="1495838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70%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70" name="Google Shape;470;p56"/>
          <p:cNvSpPr/>
          <p:nvPr/>
        </p:nvSpPr>
        <p:spPr>
          <a:xfrm>
            <a:off x="4706875" y="1835213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60%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71" name="Google Shape;471;p56"/>
          <p:cNvSpPr/>
          <p:nvPr/>
        </p:nvSpPr>
        <p:spPr>
          <a:xfrm>
            <a:off x="4706875" y="2163450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50%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72" name="Google Shape;472;p56"/>
          <p:cNvSpPr/>
          <p:nvPr/>
        </p:nvSpPr>
        <p:spPr>
          <a:xfrm>
            <a:off x="4706875" y="2491700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40%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73" name="Google Shape;473;p56"/>
          <p:cNvSpPr/>
          <p:nvPr/>
        </p:nvSpPr>
        <p:spPr>
          <a:xfrm>
            <a:off x="4706875" y="2819938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30%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74" name="Google Shape;474;p56"/>
          <p:cNvSpPr/>
          <p:nvPr/>
        </p:nvSpPr>
        <p:spPr>
          <a:xfrm>
            <a:off x="4706875" y="3172475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20%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75" name="Google Shape;475;p56"/>
          <p:cNvSpPr/>
          <p:nvPr/>
        </p:nvSpPr>
        <p:spPr>
          <a:xfrm>
            <a:off x="4706875" y="3500713"/>
            <a:ext cx="5487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3"/>
                </a:solidFill>
                <a:latin typeface="Merriweather"/>
                <a:ea typeface="Merriweather"/>
                <a:cs typeface="Merriweather"/>
                <a:sym typeface="Merriweather"/>
              </a:rPr>
              <a:t>10%</a:t>
            </a:r>
            <a:endParaRPr sz="900">
              <a:solidFill>
                <a:schemeClr val="accent3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5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1" name="Google Shape;481;p57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482" name="Google Shape;482;p57"/>
          <p:cNvSpPr txBox="1"/>
          <p:nvPr>
            <p:ph idx="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sp>
        <p:nvSpPr>
          <p:cNvPr id="483" name="Google Shape;483;p57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Defining the Problem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4" name="Google Shape;484;p57"/>
          <p:cNvSpPr txBox="1"/>
          <p:nvPr/>
        </p:nvSpPr>
        <p:spPr>
          <a:xfrm>
            <a:off x="516437" y="1584311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Making Observations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5" name="Google Shape;485;p57"/>
          <p:cNvSpPr txBox="1"/>
          <p:nvPr/>
        </p:nvSpPr>
        <p:spPr>
          <a:xfrm>
            <a:off x="516437" y="2423794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Forming a Hypothesis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6" name="Google Shape;486;p57"/>
          <p:cNvSpPr txBox="1"/>
          <p:nvPr/>
        </p:nvSpPr>
        <p:spPr>
          <a:xfrm>
            <a:off x="516437" y="3256495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Experiment Results</a:t>
            </a:r>
            <a:endParaRPr b="1" sz="36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7" name="Google Shape;487;p57"/>
          <p:cNvSpPr txBox="1"/>
          <p:nvPr/>
        </p:nvSpPr>
        <p:spPr>
          <a:xfrm>
            <a:off x="516437" y="4102806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Drawing a Conclusion</a:t>
            </a:r>
            <a:endParaRPr b="1" sz="36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8" name="Google Shape;488;p57"/>
          <p:cNvSpPr txBox="1"/>
          <p:nvPr/>
        </p:nvSpPr>
        <p:spPr>
          <a:xfrm>
            <a:off x="196954" y="744789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1.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9" name="Google Shape;489;p57"/>
          <p:cNvSpPr txBox="1"/>
          <p:nvPr/>
        </p:nvSpPr>
        <p:spPr>
          <a:xfrm>
            <a:off x="196954" y="1584311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2.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90" name="Google Shape;490;p57"/>
          <p:cNvSpPr txBox="1"/>
          <p:nvPr/>
        </p:nvSpPr>
        <p:spPr>
          <a:xfrm>
            <a:off x="196954" y="2423794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3.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91" name="Google Shape;491;p57"/>
          <p:cNvSpPr txBox="1"/>
          <p:nvPr/>
        </p:nvSpPr>
        <p:spPr>
          <a:xfrm>
            <a:off x="196954" y="3256495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rPr>
              <a:t>4.</a:t>
            </a:r>
            <a:endParaRPr b="1" sz="1450">
              <a:solidFill>
                <a:schemeClr val="accent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92" name="Google Shape;492;p57"/>
          <p:cNvSpPr txBox="1"/>
          <p:nvPr/>
        </p:nvSpPr>
        <p:spPr>
          <a:xfrm>
            <a:off x="196954" y="4102806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5.</a:t>
            </a:r>
            <a:endParaRPr b="1" sz="145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58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Conclusion</a:t>
            </a:r>
            <a:endParaRPr/>
          </a:p>
        </p:txBody>
      </p:sp>
      <p:sp>
        <p:nvSpPr>
          <p:cNvPr id="498" name="Google Shape;498;p58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amet, consectetur adipiscing elit. Curabitur rhoncus nibh ut odio tempor elementum. Praesent et mattis dolor.</a:t>
            </a:r>
            <a:endParaRPr/>
          </a:p>
        </p:txBody>
      </p:sp>
      <p:sp>
        <p:nvSpPr>
          <p:cNvPr id="499" name="Google Shape;499;p5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wo scientists inside a laboratory discussing." id="500" name="Google Shape;500;p5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9316" r="9324" t="0"/>
          <a:stretch/>
        </p:blipFill>
        <p:spPr>
          <a:xfrm>
            <a:off x="3726325" y="669925"/>
            <a:ext cx="5220900" cy="4276800"/>
          </a:xfrm>
          <a:prstGeom prst="round2DiagRect">
            <a:avLst>
              <a:gd fmla="val 16667" name="adj1"/>
              <a:gd fmla="val 0" name="adj2"/>
            </a:avLst>
          </a:prstGeom>
        </p:spPr>
      </p:pic>
      <p:sp>
        <p:nvSpPr>
          <p:cNvPr id="501" name="Google Shape;501;p58"/>
          <p:cNvSpPr txBox="1"/>
          <p:nvPr>
            <p:ph idx="3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Drawing a Conclusion</a:t>
            </a:r>
            <a:endParaRPr/>
          </a:p>
        </p:txBody>
      </p:sp>
      <p:sp>
        <p:nvSpPr>
          <p:cNvPr id="502" name="Google Shape;502;p58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  <p:sp>
        <p:nvSpPr>
          <p:cNvPr id="503" name="Google Shape;503;p58"/>
          <p:cNvSpPr txBox="1"/>
          <p:nvPr>
            <p:ph idx="5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5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9" name="Google Shape;509;p59"/>
          <p:cNvSpPr txBox="1"/>
          <p:nvPr>
            <p:ph idx="1" type="body"/>
          </p:nvPr>
        </p:nvSpPr>
        <p:spPr>
          <a:xfrm>
            <a:off x="203000" y="8914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Source</a:t>
            </a:r>
            <a:endParaRPr/>
          </a:p>
        </p:txBody>
      </p:sp>
      <p:sp>
        <p:nvSpPr>
          <p:cNvPr id="510" name="Google Shape;510;p59"/>
          <p:cNvSpPr txBox="1"/>
          <p:nvPr>
            <p:ph idx="2" type="body"/>
          </p:nvPr>
        </p:nvSpPr>
        <p:spPr>
          <a:xfrm>
            <a:off x="203000" y="13204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11" name="Google Shape;511;p59"/>
          <p:cNvSpPr txBox="1"/>
          <p:nvPr>
            <p:ph idx="3" type="body"/>
          </p:nvPr>
        </p:nvSpPr>
        <p:spPr>
          <a:xfrm>
            <a:off x="203000" y="15886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12" name="Google Shape;512;p59"/>
          <p:cNvSpPr txBox="1"/>
          <p:nvPr>
            <p:ph idx="4" type="body"/>
          </p:nvPr>
        </p:nvSpPr>
        <p:spPr>
          <a:xfrm>
            <a:off x="203000" y="22065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5"/>
              </a:buClr>
              <a:buSzPts val="1100"/>
              <a:buFont typeface="Arial"/>
              <a:buNone/>
            </a:pPr>
            <a:r>
              <a:rPr lang="en"/>
              <a:t>Source</a:t>
            </a:r>
            <a:endParaRPr/>
          </a:p>
        </p:txBody>
      </p:sp>
      <p:sp>
        <p:nvSpPr>
          <p:cNvPr id="513" name="Google Shape;513;p59"/>
          <p:cNvSpPr txBox="1"/>
          <p:nvPr>
            <p:ph idx="5" type="body"/>
          </p:nvPr>
        </p:nvSpPr>
        <p:spPr>
          <a:xfrm>
            <a:off x="203000" y="26355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14" name="Google Shape;514;p59"/>
          <p:cNvSpPr txBox="1"/>
          <p:nvPr>
            <p:ph idx="6" type="body"/>
          </p:nvPr>
        </p:nvSpPr>
        <p:spPr>
          <a:xfrm>
            <a:off x="203000" y="29037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15" name="Google Shape;515;p59"/>
          <p:cNvSpPr txBox="1"/>
          <p:nvPr>
            <p:ph idx="7" type="body"/>
          </p:nvPr>
        </p:nvSpPr>
        <p:spPr>
          <a:xfrm>
            <a:off x="203000" y="343340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5"/>
              </a:buClr>
              <a:buSzPts val="1100"/>
              <a:buFont typeface="Arial"/>
              <a:buNone/>
            </a:pPr>
            <a:r>
              <a:rPr lang="en"/>
              <a:t>Source</a:t>
            </a:r>
            <a:endParaRPr/>
          </a:p>
        </p:txBody>
      </p:sp>
      <p:sp>
        <p:nvSpPr>
          <p:cNvPr id="516" name="Google Shape;516;p59"/>
          <p:cNvSpPr txBox="1"/>
          <p:nvPr>
            <p:ph idx="8" type="body"/>
          </p:nvPr>
        </p:nvSpPr>
        <p:spPr>
          <a:xfrm>
            <a:off x="203000" y="386240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17" name="Google Shape;517;p59"/>
          <p:cNvSpPr txBox="1"/>
          <p:nvPr>
            <p:ph idx="9" type="body"/>
          </p:nvPr>
        </p:nvSpPr>
        <p:spPr>
          <a:xfrm>
            <a:off x="203000" y="413060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18" name="Google Shape;518;p59"/>
          <p:cNvSpPr txBox="1"/>
          <p:nvPr>
            <p:ph idx="13" type="body"/>
          </p:nvPr>
        </p:nvSpPr>
        <p:spPr>
          <a:xfrm>
            <a:off x="3249600" y="8914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5"/>
              </a:buClr>
              <a:buSzPts val="1100"/>
              <a:buFont typeface="Arial"/>
              <a:buNone/>
            </a:pPr>
            <a:r>
              <a:rPr lang="en"/>
              <a:t>Source</a:t>
            </a:r>
            <a:endParaRPr/>
          </a:p>
        </p:txBody>
      </p:sp>
      <p:sp>
        <p:nvSpPr>
          <p:cNvPr id="519" name="Google Shape;519;p59"/>
          <p:cNvSpPr txBox="1"/>
          <p:nvPr>
            <p:ph idx="14" type="body"/>
          </p:nvPr>
        </p:nvSpPr>
        <p:spPr>
          <a:xfrm>
            <a:off x="3249600" y="13204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20" name="Google Shape;520;p59"/>
          <p:cNvSpPr txBox="1"/>
          <p:nvPr>
            <p:ph idx="15" type="body"/>
          </p:nvPr>
        </p:nvSpPr>
        <p:spPr>
          <a:xfrm>
            <a:off x="3249600" y="15886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21" name="Google Shape;521;p59"/>
          <p:cNvSpPr txBox="1"/>
          <p:nvPr>
            <p:ph idx="16" type="body"/>
          </p:nvPr>
        </p:nvSpPr>
        <p:spPr>
          <a:xfrm>
            <a:off x="3249600" y="22065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5"/>
              </a:buClr>
              <a:buSzPts val="1100"/>
              <a:buFont typeface="Arial"/>
              <a:buNone/>
            </a:pPr>
            <a:r>
              <a:rPr lang="en"/>
              <a:t>Source</a:t>
            </a:r>
            <a:endParaRPr/>
          </a:p>
        </p:txBody>
      </p:sp>
      <p:sp>
        <p:nvSpPr>
          <p:cNvPr id="522" name="Google Shape;522;p59"/>
          <p:cNvSpPr txBox="1"/>
          <p:nvPr>
            <p:ph idx="17" type="body"/>
          </p:nvPr>
        </p:nvSpPr>
        <p:spPr>
          <a:xfrm>
            <a:off x="3249600" y="26355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23" name="Google Shape;523;p59"/>
          <p:cNvSpPr txBox="1"/>
          <p:nvPr>
            <p:ph idx="18" type="body"/>
          </p:nvPr>
        </p:nvSpPr>
        <p:spPr>
          <a:xfrm>
            <a:off x="3249600" y="29037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24" name="Google Shape;524;p59"/>
          <p:cNvSpPr txBox="1"/>
          <p:nvPr>
            <p:ph idx="19" type="body"/>
          </p:nvPr>
        </p:nvSpPr>
        <p:spPr>
          <a:xfrm>
            <a:off x="3249600" y="343340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5"/>
              </a:buClr>
              <a:buSzPts val="1100"/>
              <a:buFont typeface="Arial"/>
              <a:buNone/>
            </a:pPr>
            <a:r>
              <a:rPr lang="en"/>
              <a:t>Source</a:t>
            </a:r>
            <a:endParaRPr/>
          </a:p>
        </p:txBody>
      </p:sp>
      <p:sp>
        <p:nvSpPr>
          <p:cNvPr id="525" name="Google Shape;525;p59"/>
          <p:cNvSpPr txBox="1"/>
          <p:nvPr>
            <p:ph idx="20" type="body"/>
          </p:nvPr>
        </p:nvSpPr>
        <p:spPr>
          <a:xfrm>
            <a:off x="3249600" y="386240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26" name="Google Shape;526;p59"/>
          <p:cNvSpPr txBox="1"/>
          <p:nvPr>
            <p:ph idx="21" type="body"/>
          </p:nvPr>
        </p:nvSpPr>
        <p:spPr>
          <a:xfrm>
            <a:off x="3249600" y="413060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27" name="Google Shape;527;p59"/>
          <p:cNvSpPr txBox="1"/>
          <p:nvPr>
            <p:ph idx="22" type="body"/>
          </p:nvPr>
        </p:nvSpPr>
        <p:spPr>
          <a:xfrm>
            <a:off x="6296200" y="8914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5"/>
              </a:buClr>
              <a:buSzPts val="1100"/>
              <a:buFont typeface="Arial"/>
              <a:buNone/>
            </a:pPr>
            <a:r>
              <a:rPr lang="en"/>
              <a:t>Source</a:t>
            </a:r>
            <a:endParaRPr/>
          </a:p>
        </p:txBody>
      </p:sp>
      <p:sp>
        <p:nvSpPr>
          <p:cNvPr id="528" name="Google Shape;528;p59"/>
          <p:cNvSpPr txBox="1"/>
          <p:nvPr>
            <p:ph idx="23" type="body"/>
          </p:nvPr>
        </p:nvSpPr>
        <p:spPr>
          <a:xfrm>
            <a:off x="6296200" y="13204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29" name="Google Shape;529;p59"/>
          <p:cNvSpPr txBox="1"/>
          <p:nvPr>
            <p:ph idx="24" type="body"/>
          </p:nvPr>
        </p:nvSpPr>
        <p:spPr>
          <a:xfrm>
            <a:off x="6296200" y="15886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30" name="Google Shape;530;p59"/>
          <p:cNvSpPr txBox="1"/>
          <p:nvPr>
            <p:ph idx="25" type="body"/>
          </p:nvPr>
        </p:nvSpPr>
        <p:spPr>
          <a:xfrm>
            <a:off x="6296200" y="22065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5"/>
              </a:buClr>
              <a:buSzPts val="1100"/>
              <a:buFont typeface="Arial"/>
              <a:buNone/>
            </a:pPr>
            <a:r>
              <a:rPr lang="en"/>
              <a:t>Source</a:t>
            </a:r>
            <a:endParaRPr/>
          </a:p>
        </p:txBody>
      </p:sp>
      <p:sp>
        <p:nvSpPr>
          <p:cNvPr id="531" name="Google Shape;531;p59"/>
          <p:cNvSpPr txBox="1"/>
          <p:nvPr>
            <p:ph idx="26" type="body"/>
          </p:nvPr>
        </p:nvSpPr>
        <p:spPr>
          <a:xfrm>
            <a:off x="6296200" y="26355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32" name="Google Shape;532;p59"/>
          <p:cNvSpPr txBox="1"/>
          <p:nvPr>
            <p:ph idx="27" type="body"/>
          </p:nvPr>
        </p:nvSpPr>
        <p:spPr>
          <a:xfrm>
            <a:off x="6296200" y="290375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33" name="Google Shape;533;p59"/>
          <p:cNvSpPr txBox="1"/>
          <p:nvPr>
            <p:ph idx="28" type="body"/>
          </p:nvPr>
        </p:nvSpPr>
        <p:spPr>
          <a:xfrm>
            <a:off x="6296200" y="343340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accent5"/>
              </a:buClr>
              <a:buSzPts val="1100"/>
              <a:buFont typeface="Arial"/>
              <a:buNone/>
            </a:pPr>
            <a:r>
              <a:rPr lang="en"/>
              <a:t>Source</a:t>
            </a:r>
            <a:endParaRPr/>
          </a:p>
        </p:txBody>
      </p:sp>
      <p:sp>
        <p:nvSpPr>
          <p:cNvPr id="534" name="Google Shape;534;p59"/>
          <p:cNvSpPr txBox="1"/>
          <p:nvPr>
            <p:ph idx="29" type="body"/>
          </p:nvPr>
        </p:nvSpPr>
        <p:spPr>
          <a:xfrm>
            <a:off x="6296200" y="386240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35" name="Google Shape;535;p59"/>
          <p:cNvSpPr txBox="1"/>
          <p:nvPr>
            <p:ph idx="30" type="body"/>
          </p:nvPr>
        </p:nvSpPr>
        <p:spPr>
          <a:xfrm>
            <a:off x="6296200" y="4130600"/>
            <a:ext cx="2644800" cy="26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Lorem Ipsum Dolor Sit Amet</a:t>
            </a:r>
            <a:endParaRPr/>
          </a:p>
        </p:txBody>
      </p:sp>
      <p:sp>
        <p:nvSpPr>
          <p:cNvPr id="536" name="Google Shape;536;p59"/>
          <p:cNvSpPr txBox="1"/>
          <p:nvPr>
            <p:ph idx="31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Appendix</a:t>
            </a:r>
            <a:endParaRPr/>
          </a:p>
        </p:txBody>
      </p:sp>
      <p:sp>
        <p:nvSpPr>
          <p:cNvPr id="537" name="Google Shape;537;p59"/>
          <p:cNvSpPr txBox="1"/>
          <p:nvPr>
            <p:ph idx="3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Science Presentation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cience Presentation">
  <a:themeElements>
    <a:clrScheme name="Simple Light">
      <a:dk1>
        <a:srgbClr val="005088"/>
      </a:dk1>
      <a:lt1>
        <a:srgbClr val="F3F0DF"/>
      </a:lt1>
      <a:dk2>
        <a:srgbClr val="121212"/>
      </a:dk2>
      <a:lt2>
        <a:srgbClr val="D0E0E3"/>
      </a:lt2>
      <a:accent1>
        <a:srgbClr val="11CAA0"/>
      </a:accent1>
      <a:accent2>
        <a:srgbClr val="6D6D6B"/>
      </a:accent2>
      <a:accent3>
        <a:srgbClr val="FFFFFF"/>
      </a:accent3>
      <a:accent4>
        <a:srgbClr val="656839"/>
      </a:accent4>
      <a:accent5>
        <a:srgbClr val="774936"/>
      </a:accent5>
      <a:accent6>
        <a:srgbClr val="C492B1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